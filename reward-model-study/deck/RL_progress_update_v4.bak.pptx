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Arial"/>
              </a:rPr>
              <a:t>Robometer released their LIBERO policy-learning code</a:t>
            </a:r>
          </a:p>
          <a:p>
            <a:r>
              <a:rPr sz="1250" b="0">
                <a:solidFill>
                  <a:srgbClr val="555555"/>
                </a:solidFill>
                <a:latin typeface="Arial"/>
              </a:rPr>
              <a:t>Figure 5 — reward models fine-tuned per benchmark, then used to train policies.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2743200" cy="3657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Reward models fine-tuned with LoRA on the LIBERO-10, Object, Goal, and Spatial suites.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Trained on 1,709 successful demonstrations and 1,929 generated failed trajectories.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Policies trained from scratch with reinforcement learning on the held-out LIBERO-90 suite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(close the top drawer, close the microwave).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Arial"/>
              </a:rPr>
              <a:t>run2 and the released model across the two regimes</a:t>
            </a:r>
          </a:p>
          <a:p>
            <a:r>
              <a:rPr sz="1250" b="0">
                <a:solidFill>
                  <a:srgbClr val="555555"/>
                </a:solidFill>
                <a:latin typeface="Arial"/>
              </a:rPr>
              <a:t>Success rate on the held-out drawer task, reward taken from the progress head.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2743200" cy="3657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2011680"/>
          <a:ext cx="96012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2468880"/>
                <a:gridCol w="246888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Reward model</a:t>
                      </a:r>
                    </a:p>
                  </a:txBody>
                  <a:tcPr anchor="ctr" marT="63500" marB="63500" marL="128016" marR="128016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Full horizon</a:t>
                      </a:r>
                    </a:p>
                  </a:txBody>
                  <a:tcPr anchor="ctr" marT="63500" marB="63500" marL="128016" marR="128016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Terminate on success</a:t>
                      </a:r>
                    </a:p>
                  </a:txBody>
                  <a:tcPr anchor="ctr" marT="63500" marB="63500" marL="128016" marR="128016"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3864"/>
                          </a:solidFill>
                          <a:latin typeface="Arial"/>
                        </a:rPr>
                        <a:t>Robometer-4B (released)</a:t>
                      </a:r>
                    </a:p>
                  </a:txBody>
                  <a:tcPr anchor="ctr" marT="63500" marB="63500"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864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 marT="63500" marB="63500"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864"/>
                          </a:solidFill>
                          <a:latin typeface="Arial"/>
                        </a:rPr>
                        <a:t>0.30</a:t>
                      </a:r>
                    </a:p>
                  </a:txBody>
                  <a:tcPr anchor="ctr" marT="63500" marB="63500" marL="128016" marR="12801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3864"/>
                          </a:solidFill>
                          <a:latin typeface="Arial"/>
                        </a:rPr>
                        <a:t>run2 (ours)</a:t>
                      </a:r>
                    </a:p>
                  </a:txBody>
                  <a:tcPr anchor="ctr" marT="63500" marB="63500" marL="128016" marR="12801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864"/>
                          </a:solidFill>
                          <a:latin typeface="Arial"/>
                        </a:rPr>
                        <a:t>0.80</a:t>
                      </a:r>
                    </a:p>
                  </a:txBody>
                  <a:tcPr anchor="ctr" marT="63500" marB="63500" marL="128016" marR="12801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864"/>
                          </a:solidFill>
                          <a:latin typeface="Arial"/>
                        </a:rPr>
                        <a:t>0.30</a:t>
                      </a:r>
                    </a:p>
                  </a:txBody>
                  <a:tcPr anchor="ctr" marT="63500" marB="63500" marL="128016" marR="128016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348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F3864"/>
                </a:solidFill>
                <a:latin typeface="Arial"/>
              </a:rPr>
              <a:t>Letting the episode run to the horizon, rather than ending it on success, drives learning in both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Arial"/>
              </a:rPr>
              <a:t>The policy</a:t>
            </a:r>
          </a:p>
          <a:p>
            <a:r>
              <a:rPr sz="1250" b="0">
                <a:solidFill>
                  <a:srgbClr val="555555"/>
                </a:solidFill>
                <a:latin typeface="Arial"/>
              </a:rPr>
              <a:t>Reinforcement learning from scratch over a frozen perceptual representation.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2743200" cy="3657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Soft actor-critic trained from scratch with the reward model in the loop.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Observation: a frozen DINOv2-small encoder over the external camera image, concatenated with the proprioceptive state.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The vision encoder stays frozen — only the action policy is learned.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Because perception is fixed, the policy is easier to drive: optimization acts on the action mapping alone.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