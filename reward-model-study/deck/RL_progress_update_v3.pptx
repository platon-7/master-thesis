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Stabilizing the autonomous reward signal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Arial"/>
              </a:rPr>
              <a:t>Coffee-Push, same recipe; only the stabilization technique changes. A seed “collapses” when its success rate stays at zero.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508760"/>
          <a:ext cx="12161520" cy="3291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2103120"/>
                <a:gridCol w="1737360"/>
                <a:gridCol w="2651760"/>
              </a:tblGrid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Stabilization technique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Success rate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Collapsed seeds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Extra cost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Holds on 2nd task?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None — fixed threshold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66000"/>
                          </a:solidFill>
                          <a:latin typeface="Arial"/>
                        </a:rPr>
                        <a:t>0.33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01E2E"/>
                          </a:solidFill>
                          <a:latin typeface="Arial"/>
                        </a:rPr>
                        <a:t>1 of 6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Output sampling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0 of 3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Self-ensemble (majority vote)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0.43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1 of 5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4× scoring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weak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Gate + self-ensemble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1 of 3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4× scoring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864"/>
                          </a:solidFill>
                          <a:latin typeface="Arial"/>
                        </a:rPr>
                        <a:t>Minimum-length gate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6B2E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6B2E"/>
                          </a:solidFill>
                          <a:latin typeface="Arial"/>
                        </a:rPr>
                        <a:t>0 of 3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F3864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6B2E"/>
                          </a:solidFill>
                          <a:latin typeface="Arial"/>
                        </a:rPr>
                        <a:t>yes (Box-Close 3/3)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F3864"/>
                </a:solidFill>
                <a:latin typeface="Arial"/>
              </a:rPr>
              <a:t>The minimum-length gate gives the highest success with no collapsed seeds, adds no inference cost, and is the only technique that also holds on a second task. It simply ignores any “success” call made before the task could plausibly be finished.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Arial"/>
              </a:rPr>
              <a:t>Technique screening on Model A / Coffee-Push (3–6 seeds); the chosen gate is validated at 6 seeds on the next slides. Success rate = mean over seeds of each run’s last-3-evaluation average (20 episodes). No ground truth used in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Isolating the gate, ICL, and the training loss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Arial"/>
              </a:rPr>
              <a:t>Success rate (seeds alive / total). Three reward models × two tasks.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0012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60520"/>
                <a:gridCol w="1508760"/>
                <a:gridCol w="150876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Reward model · Task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ICL-off,</a:t>
                      </a:r>
                      <a:br/>
                      <a:r>
                        <a:t>no gate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ICL-off,</a:t>
                      </a:r>
                      <a:br/>
                      <a:r>
                        <a:t>gate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ICL-on,</a:t>
                      </a:r>
                      <a:br/>
                      <a:r>
                        <a:t>no gate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ICL-on,</a:t>
                      </a:r>
                      <a:br/>
                      <a:r>
                        <a:t>gate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A — ICL + asymmetric loss · Coffee-Push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0.33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0.29 (3/6)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66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66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A — ICL + asymmetric loss · Box-Close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6B2E"/>
                          </a:solidFill>
                          <a:latin typeface="Arial"/>
                        </a:rPr>
                        <a:t>0.48 (6/6)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66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66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B — asymmetric loss · Coffee-Push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0.34 (3/3)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6B2E"/>
                          </a:solidFill>
                          <a:latin typeface="Arial"/>
                        </a:rPr>
                        <a:t>0.48 (6/6)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B — asymmetric loss · Box-Close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0.17 (3/3)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6B2E"/>
                          </a:solidFill>
                          <a:latin typeface="Arial"/>
                        </a:rPr>
                        <a:t>0.68 (6/6)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E6EE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C — standard loss · Coffee-Push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0.09 (2/3)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0.09 (2/6)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C — standard loss · Box-Close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0.32 (2/3)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3864"/>
                          </a:solidFill>
                          <a:latin typeface="Arial"/>
                        </a:rPr>
                        <a:t>0.30 (6/6)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55555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gat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77639"/>
            <a:ext cx="5669280" cy="25787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06908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0" i="0">
                <a:solidFill>
                  <a:srgbClr val="1F3864"/>
                </a:solidFill>
                <a:latin typeface="Arial"/>
              </a:rPr>
              <a:t>Gate vs no gate isolates the gate (Box-Close 0.17 → 0.68 for B).</a:t>
            </a:r>
          </a:p>
          <a:p>
            <a:pPr>
              <a:spcAft>
                <a:spcPts val="1000"/>
              </a:spcAft>
            </a:pPr>
            <a:r>
              <a:rPr sz="1250" b="0" i="0">
                <a:solidFill>
                  <a:srgbClr val="1F3864"/>
                </a:solidFill>
                <a:latin typeface="Arial"/>
              </a:rPr>
              <a:t>B vs C isolates the loss (asymmetric ≫ standard).</a:t>
            </a:r>
          </a:p>
          <a:p>
            <a:pPr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Arial"/>
              </a:rPr>
              <a:t>Trailing-mean over seeds (n = 6 gate / 3 no-gate). ICL applies to model A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Removing per-task threshold tuning: online calibration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Arial"/>
              </a:rPr>
              <a:t>Match the hand-tuned threshold with no per-task search.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881360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011680"/>
                <a:gridCol w="1828800"/>
                <a:gridCol w="320040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Per-task tuning?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Needs demos?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Coffee / Box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Hand-tuned threshold (baseline)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66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0.48 / 0.68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Online demo-based (success-anchor)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6B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A66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0.51 / 0.37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Online demo-free (score-valley)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6B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6B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38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262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1F3864"/>
                </a:solidFill>
                <a:latin typeface="Arial"/>
              </a:rPr>
              <a:t>The demo-free method sets the bar from the live distribution of the model’s own scores, firing only when a distinct “success” cluster emerges — so it cannot be exploited the way a fixed threshold is, and needs neither labels nor demonstrations.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Best case — offline-calibrated threshold: does the policy truly learn?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Arial"/>
              </a:rPr>
              <a:t>run2 (asymmetric-loss reward model) · min-length gate · threshold from GT-labeled rollouts · 6 seeds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bestcase_ru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52079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55448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1F3864"/>
                </a:solidFill>
                <a:latin typeface="Arial"/>
              </a:rPr>
              <a:t>Top: true success (greedy eval), mean ±1 std over 6 seeds. Coffee-Push 0.48, Box-Close 0.68.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1F3864"/>
                </a:solidFill>
                <a:latin typeface="Arial"/>
              </a:rPr>
              <a:t>Bottom: true success and VLM reward rise together — a faithful proxy, not reward hacking.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Curves still rising at 40k (not converged); reward is graded.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Arial"/>
              </a:rPr>
              <a:t>Needs GT-labeled success+failure rollouts to set the threshold. Eval GT only; reward model never used at 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Demo-anchor (demos-only) calibration: same examination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Arial"/>
              </a:rPr>
              <a:t>run2 · min-length gate · threshold from a few success demos (no GT labels, no grid search) · 3 seeds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bestcase_demoanchor_ru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52079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55448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1F3864"/>
                </a:solidFill>
                <a:latin typeface="Arial"/>
              </a:rPr>
              <a:t>Same panels as the offline slide; only the threshold source changes.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A66000"/>
                </a:solidFill>
                <a:latin typeface="Arial"/>
              </a:rPr>
              <a:t>Coffee-Push 0.51 (≈ offline 0.48), Box-Close 0.37 (vs offline 0.68): matches offline on Coffee-Push, weaker on Box-Close.</a:t>
            </a:r>
          </a:p>
          <a:p>
            <a:pPr>
              <a:spcAft>
                <a:spcPts val="80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Wider reward-faithfulness gap — but needs only success demos, no GT labels.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Arial"/>
              </a:rPr>
              <a:t>Demos-only — no GT labels, no grid search. 3 seeds (vs 6 for offline).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Arial"/>
              </a:rPr>
              <a:t>Since last week: open items, now answered</a:t>
            </a:r>
          </a:p>
          <a:p>
            <a:pPr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Arial"/>
              </a:rPr>
              <a:t>Last week's questions — off-the-shelf baseline, transfer to harder tasks, seed stability.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2743200" cy="38100"/>
          </a:xfrm>
          <a:prstGeom prst="rect">
            <a:avLst/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B01E2E"/>
                </a:solidFill>
                <a:latin typeface="Arial"/>
              </a:rPr>
              <a:t>Off-the-shelf reward model — dead on every task.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1F3864"/>
                </a:solidFill>
                <a:latin typeface="Arial"/>
              </a:rPr>
              <a:t>Mean 0.02, never reaches 0.50 (best 0.32) across 21 runs at its own calibrated thresholds (and with ICL). The fine-tuned reward model is required.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697480"/>
          <a:ext cx="100584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10896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Trains?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Success (run2 + gate, 6 seeds)</a:t>
                      </a:r>
                    </a:p>
                  </a:txBody>
                  <a:tcPr marT="25400" marB="25400" marL="76200" marR="508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Coffee-Push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6B2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0.48  (6/6 seeds alive)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Box-Close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6B2E"/>
                          </a:solidFill>
                          <a:latin typeface="Arial"/>
                        </a:rPr>
                        <a:t>yes — 2nd working task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0.68  (6/6 seeds alive)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Stick-Pull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01E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0.00  (0/3)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Assembly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01E2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864"/>
                          </a:solidFill>
                          <a:latin typeface="Arial"/>
                        </a:rPr>
                        <a:t>0.00  (0/4)</a:t>
                      </a:r>
                    </a:p>
                  </a:txBody>
                  <a:tcPr marT="25400" marB="25400" marL="76200" marR="50800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2578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1F3864"/>
                </a:solidFill>
                <a:latin typeface="Arial"/>
              </a:rPr>
              <a:t>Stick-Pull &amp; Assembly are characterized negatives: no usable threshold, and neither the gate nor in-context demos rescue them — an on-policy robustness limit of the reward model, not a tuning miss.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1F3864"/>
                </a:solidFill>
                <a:latin typeface="Arial"/>
              </a:rPr>
              <a:t>Seed stability — last week's main open problem (~1 seed in 3) — is resolved by the gate: every seed stays alive on the working tasks (slides 1–2).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Arial"/>
              </a:rPr>
              <a:t>FT model, winning recipe (success head, gate, sparse). Eval GT only; trailing-mean over seeds.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