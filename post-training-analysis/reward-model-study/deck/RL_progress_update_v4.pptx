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Robometer released their LIBERO policy-learning code</a:t>
            </a:r>
          </a:p>
          <a:p>
            <a:r>
              <a:rPr sz="1250" b="0">
                <a:solidFill>
                  <a:srgbClr val="555555"/>
                </a:solidFill>
                <a:latin typeface="Arial"/>
              </a:rPr>
              <a:t>Figure 5: reward models fine-tuned per benchmark, then used to train policies.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65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Reward models fine-tuned with LoRA on the LIBERO-10, Object, Goal, and Spatial suites.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Trained on 1,709 successful demonstrations and 1,929 generated failed trajectories.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Policies trained from scratch with reinforcement learning on the held-out LIBERO-90 suite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(close the top drawer, close the microwave).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run2 and the released model across the two regimes</a:t>
            </a:r>
          </a:p>
          <a:p>
            <a:r>
              <a:rPr sz="1250" b="0">
                <a:solidFill>
                  <a:srgbClr val="555555"/>
                </a:solidFill>
                <a:latin typeface="Arial"/>
              </a:rPr>
              <a:t>Success rate on the held-out drawer task, reward taken from the progress head.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65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2011680"/>
          <a:ext cx="96012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468880"/>
                <a:gridCol w="246888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Reward model</a:t>
                      </a:r>
                    </a:p>
                  </a:txBody>
                  <a:tcPr anchor="ctr" marT="63500" marB="63500" marL="128016" marR="128016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Full horizon</a:t>
                      </a:r>
                    </a:p>
                  </a:txBody>
                  <a:tcPr anchor="ctr" marT="63500" marB="63500" marL="128016" marR="128016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Terminate on success</a:t>
                      </a:r>
                    </a:p>
                  </a:txBody>
                  <a:tcPr anchor="ctr" marT="63500" marB="63500" marL="128016" marR="128016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Robometer-4B (released)</a:t>
                      </a:r>
                    </a:p>
                  </a:txBody>
                  <a:tcPr anchor="ctr" marT="63500" marB="63500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 marT="63500" marB="63500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 marT="63500" marB="63500" marL="128016" marR="12801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run2 (ours)</a:t>
                      </a:r>
                    </a:p>
                  </a:txBody>
                  <a:tcPr anchor="ctr" marT="63500" marB="63500" marL="128016" marR="12801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anchor="ctr" marT="63500" marB="63500" marL="128016" marR="12801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 marT="63500" marB="63500" marL="128016" marR="128016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348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Arial"/>
              </a:rPr>
              <a:t>Letting the episode run to the horizon, rather than ending it on success, drives learning in both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The policy</a:t>
            </a:r>
          </a:p>
          <a:p>
            <a:r>
              <a:rPr sz="1250" b="0">
                <a:solidFill>
                  <a:srgbClr val="555555"/>
                </a:solidFill>
                <a:latin typeface="Arial"/>
              </a:rPr>
              <a:t>Reinforcement learning from scratch over a frozen perceptual representation.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65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Soft actor-critic trained from scratch with the reward model in the loop.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Observation: a frozen DINOv2-small encoder over the external camera image, concatenated with the proprioceptive state.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vision encoder stays frozen, only the action policy is learned.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Because perception is fixed, the policy is easier to drive: optimization acts on the action mapping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Robomimic (Can): the autonomous gate works here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•  Reward comes only from the vision-language model. The episode ends once its success head fires and the episode has passed a minimum length (the gate).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•  Ground-truth success climbs to about 0.8, well above the behavior-cloning starting point (0.56, dashed).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17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The autonomous gate works on Robomimic too.</a:t>
            </a:r>
          </a:p>
        </p:txBody>
      </p:sp>
      <p:pic>
        <p:nvPicPr>
          <p:cNvPr id="5" name="Picture 4" descr="curveA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56231"/>
            <a:ext cx="676656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Square: slow task, with the first real-success signal appearing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•  Square is a much harder, slow task. Even with the true task reward, success only rises after a few hundred thousand steps (about 0.1 at 250k, about 0.5 at 500k).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•  With the vision-language reward, the success head sometimes scores failures highly, so part of the learning signal is reward hacking.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•  Adding a debounce, where the success head must hold across several consecutive steps before the episode ends, produces the first real successes at about 65k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74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Too early to judge. Because the task itself learns slowly, we expect the curve to rise later.</a:t>
            </a:r>
          </a:p>
        </p:txBody>
      </p:sp>
      <p:pic>
        <p:nvPicPr>
          <p:cNvPr id="5" name="Picture 4" descr="square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19973"/>
            <a:ext cx="5760720" cy="33266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Released reward model stalls under the exact LIBERO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•  Released reward model, run on Robomimic with the identical recipe that reaches 100% on LIBERO (full episodes, no early termination, dense progress reward): the policy does not learn, ground-truth success stays at zero.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</a:rPr>
              <a:t>•  New idea: freeze the policy's vision encoder and feed it DINOv2 features.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</a:rPr>
              <a:t>•  A trainable encoder co-adapts to the reward, so a noisy reward corrupts perception itself. A frozen DINOv2 encoder fixes perception and lets the reward shape only the action head. This is also the encoder used in the LIBERO setup.</a:t>
            </a:r>
          </a:p>
        </p:txBody>
      </p:sp>
      <p:pic>
        <p:nvPicPr>
          <p:cNvPr id="4" name="Picture 3" descr="frozen_encod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59" y="3703320"/>
            <a:ext cx="6192401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